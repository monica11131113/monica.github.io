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E46195-0699-5D25-CD40-AD43FFD80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3FB56A-11F0-7401-4306-31EC14485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0DBB62-55AA-AFDD-65F3-E3D8FC91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B98BFD-22EC-C1A6-F7C6-BFBDF60F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89070A-BD52-91B8-8C39-8A941A56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08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EA245-4247-691C-AD30-97A390AB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AA6595-C5AB-F413-0F9F-C836DF3AA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C29935-853B-B37B-5174-A5BB5F1B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7179C-23F4-04EA-DFAA-1E20E3D2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B47B46-D5C0-44C8-0616-854164EE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90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3E209-C26E-E0BD-E7F0-1970F18D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B1CD29-6F34-36F7-A8F7-A86878DB6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3DDBFD-A1BE-FD83-A95D-1FD6F07E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82D9A4-EE5E-5250-6CC3-CC902A38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3547E8-A840-7F29-1D94-BDD3476B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39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3EC45-AF69-0B1B-9F9A-8F3125D7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BBEC5-4C70-0A5C-8C15-8D8795EFC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D649A7-33FE-27C3-7144-859F997E3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07FF06-81D2-7A1D-DBF8-48A6405B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390D31-8169-820F-DC25-FC0835B2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B8F248-0E19-7D59-B2A0-F57FD54C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07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7A7C7-AB1E-62D7-24FF-524C0FA3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7AC902-F1C4-4818-0E22-1AB5544FC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BE33EC-373D-22E1-4739-0014F09AC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7B3EB1C-9D4D-910C-E019-2097CADE2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9F266B-176D-7C8E-D1EA-AF921216F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F459EB6-7C3A-60B1-59ED-DA628E49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6E6D80E-D2AD-F06D-7495-25E94D24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09F11D-AFEB-552D-86FE-5D457EAB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4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7C127-63BE-632F-4C8D-819243A5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C2527D8-7BE8-1F0F-7E29-299168BC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0BA0D5-3769-C17C-809E-DCBF3989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DC31DF-40AC-F39E-368D-B3A0C8FA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41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2ED59CD-798C-BB95-1D95-220198B7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6C0A7D-5E41-0B40-3E6E-3F655437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1D4AC-937A-1BC8-DC37-43251ABB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3CC238-6061-6DA6-D457-EAEFF497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84427-92A1-A64A-0025-2CE5D962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77685B-CBD0-1F91-A09B-F6A6BA885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0FC1B2-BF07-4A4B-AE93-CDF2AF50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A600D4-39DA-4D4A-AF02-6C21BD0A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27A9E9-E4A5-A06C-93EF-05E7A099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92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BEB27-AB16-7E56-D68E-224C7F5F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7DBA673-7C50-7800-8BBB-A4BFB6D58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58F9C-53BE-9C28-EAAE-D2238296D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24D850-F36B-EC9D-09CB-9F46C055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EE6659-00E8-9FCB-2909-6E4D5704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3D6D8B-004E-E0B1-486F-00E77627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44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D3F855-AC83-1A2E-68A1-73AEF6CF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D0234E-7C45-4616-B087-6A17A43F4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37087C-CDDB-272B-F547-F6ADCD3C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F027A2-6D85-C18F-3D14-34198AE3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F07BB-A315-9A81-D3F3-76C74E5E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100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71C828-C539-366F-FD34-58F8C1843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95E35F-C156-BFB1-85B6-DCA9BDBC7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D71755-5285-EF1F-0EE1-FBFC5235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3AAFFA-0ECC-2EA3-A2A5-55640DB1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767604-A334-EB19-B332-35C5B034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44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EE15EE0-4105-AB60-1777-0EAD6668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809FA8-F284-9DF5-6630-DEB1EAE9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E402B-FEC1-0404-1E41-FB2AF78680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F7C9A-03FA-4042-B7E5-DD7FDB5CD9B8}" type="datetimeFigureOut">
              <a:rPr lang="zh-TW" altLang="en-US" smtClean="0"/>
              <a:t>2025/10/27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5FFFA4-3FAD-37B9-F7AE-AC50537E7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B3F4FD-E716-B07E-CBEA-FA278090E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D5869-83C7-49D5-88A1-20DF7F0114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84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行, Rectangle, 白色, 檯燈 的圖片&#10;&#10;AI 產生的內容可能不正確。">
            <a:extLst>
              <a:ext uri="{FF2B5EF4-FFF2-40B4-BE49-F238E27FC236}">
                <a16:creationId xmlns:a16="http://schemas.microsoft.com/office/drawing/2014/main" id="{AC995FBE-72E6-DF0F-D3B4-0BE58BFF6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1508"/>
          </a:xfrm>
          <a:prstGeom prst="rect">
            <a:avLst/>
          </a:prstGeom>
        </p:spPr>
      </p:pic>
      <p:pic>
        <p:nvPicPr>
          <p:cNvPr id="4" name="圖片 3" descr="一張含有 字型, 文字, 圖形, 白色 的圖片&#10;&#10;AI 產生的內容可能不正確。">
            <a:extLst>
              <a:ext uri="{FF2B5EF4-FFF2-40B4-BE49-F238E27FC236}">
                <a16:creationId xmlns:a16="http://schemas.microsoft.com/office/drawing/2014/main" id="{1CE0FBD5-EB54-2B7E-7015-92C2E4209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65" b="89963" l="5322" r="94284">
                        <a14:foregroundMark x1="14258" y1="45074" x2="19514" y2="51115"/>
                        <a14:foregroundMark x1="19514" y1="51115" x2="20039" y2="54182"/>
                        <a14:foregroundMark x1="7950" y1="36431" x2="5322" y2="65335"/>
                        <a14:foregroundMark x1="15506" y1="56320" x2="18791" y2="47862"/>
                        <a14:foregroundMark x1="14389" y1="39870" x2="22405" y2="47119"/>
                        <a14:foregroundMark x1="22405" y1="47119" x2="23259" y2="54275"/>
                        <a14:foregroundMark x1="24376" y1="66822" x2="15703" y2="61524"/>
                        <a14:foregroundMark x1="18528" y1="60409" x2="16886" y2="59851"/>
                        <a14:foregroundMark x1="35283" y1="45446" x2="35283" y2="45446"/>
                        <a14:foregroundMark x1="40670" y1="54926" x2="40670" y2="54926"/>
                        <a14:foregroundMark x1="56636" y1="48699" x2="56636" y2="48699"/>
                        <a14:foregroundMark x1="61432" y1="47491" x2="61432" y2="47491"/>
                        <a14:foregroundMark x1="57687" y1="47491" x2="59001" y2="61152"/>
                        <a14:foregroundMark x1="59001" y1="61152" x2="61695" y2="54461"/>
                        <a14:foregroundMark x1="61695" y1="54461" x2="61104" y2="63848"/>
                        <a14:foregroundMark x1="61104" y1="63848" x2="61038" y2="63662"/>
                        <a14:foregroundMark x1="76807" y1="50186" x2="77464" y2="49628"/>
                        <a14:foregroundMark x1="77398" y1="53439" x2="77464" y2="56041"/>
                        <a14:foregroundMark x1="85545" y1="51859" x2="86925" y2="51952"/>
                        <a14:foregroundMark x1="89619" y1="57435" x2="90933" y2="57435"/>
                        <a14:foregroundMark x1="94021" y1="57528" x2="94284" y2="57528"/>
                        <a14:foregroundMark x1="83903" y1="62175" x2="85677" y2="63104"/>
                        <a14:foregroundMark x1="67674" y1="85037" x2="67674" y2="85037"/>
                        <a14:foregroundMark x1="72602" y1="78346" x2="72602" y2="78346"/>
                        <a14:foregroundMark x1="76347" y1="78346" x2="76347" y2="78346"/>
                        <a14:foregroundMark x1="64192" y1="81784" x2="64192" y2="81784"/>
                        <a14:foregroundMark x1="59461" y1="82621" x2="59461" y2="82621"/>
                        <a14:foregroundMark x1="52300" y1="80948" x2="52300" y2="80948"/>
                        <a14:foregroundMark x1="27727" y1="82156" x2="27727" y2="82156"/>
                        <a14:foregroundMark x1="24179" y1="80112" x2="49212" y2="81134"/>
                        <a14:backgroundMark x1="80223" y1="41914" x2="80223" y2="41914"/>
                        <a14:backgroundMark x1="76544" y1="44238" x2="75427" y2="44610"/>
                        <a14:backgroundMark x1="75558" y1="49257" x2="75953" y2="49071"/>
                        <a14:backgroundMark x1="79632" y1="47491" x2="79632" y2="47491"/>
                        <a14:backgroundMark x1="79501" y1="42844" x2="80355" y2="42100"/>
                        <a14:backgroundMark x1="86202" y1="42658" x2="86859" y2="42100"/>
                        <a14:backgroundMark x1="90407" y1="40985" x2="91524" y2="40335"/>
                        <a14:backgroundMark x1="89619" y1="45539" x2="90407" y2="44610"/>
                        <a14:backgroundMark x1="89882" y1="41914" x2="90276" y2="41357"/>
                        <a14:backgroundMark x1="86597" y1="45911" x2="85808" y2="46190"/>
                        <a14:backgroundMark x1="89750" y1="48885" x2="91064" y2="48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84" y="1007706"/>
            <a:ext cx="6849832" cy="48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5DEC963C-EFB7-0E97-2354-79591410F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6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卡通, 平面設計 的圖片&#10;&#10;AI 產生的內容可能不正確。">
            <a:extLst>
              <a:ext uri="{FF2B5EF4-FFF2-40B4-BE49-F238E27FC236}">
                <a16:creationId xmlns:a16="http://schemas.microsoft.com/office/drawing/2014/main" id="{87CC576B-2D84-3FAC-2AF2-5CF06DC59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8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黑與白, 海報 的圖片&#10;&#10;AI 產生的內容可能不正確。">
            <a:extLst>
              <a:ext uri="{FF2B5EF4-FFF2-40B4-BE49-F238E27FC236}">
                <a16:creationId xmlns:a16="http://schemas.microsoft.com/office/drawing/2014/main" id="{6A9365BE-8DD5-0454-B40C-4FDE613B6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7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6C6382E1-8B39-8612-384F-A075410EE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黑與白, 白色 的圖片&#10;&#10;AI 產生的內容可能不正確。">
            <a:extLst>
              <a:ext uri="{FF2B5EF4-FFF2-40B4-BE49-F238E27FC236}">
                <a16:creationId xmlns:a16="http://schemas.microsoft.com/office/drawing/2014/main" id="{074A01B3-5406-AF32-3A09-13FD6E80F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4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03E33B84-9D9E-1598-8D39-E83E61431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7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卡通, 圖形, 平面設計 的圖片&#10;&#10;AI 產生的內容可能不正確。">
            <a:extLst>
              <a:ext uri="{FF2B5EF4-FFF2-40B4-BE49-F238E27FC236}">
                <a16:creationId xmlns:a16="http://schemas.microsoft.com/office/drawing/2014/main" id="{BD76A94A-29DF-2598-3C34-C1740FB02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9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9BF66F3D-77D2-4842-2A86-FC52DE2CC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0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平面設計 的圖片&#10;&#10;AI 產生的內容可能不正確。">
            <a:extLst>
              <a:ext uri="{FF2B5EF4-FFF2-40B4-BE49-F238E27FC236}">
                <a16:creationId xmlns:a16="http://schemas.microsoft.com/office/drawing/2014/main" id="{6F8D09CE-DF67-E999-6E93-087CB306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57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8CF47FD2-C0D2-A158-E44F-AC66F4442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4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平面設計, 黑與白, 螢幕擷取畫面 的圖片&#10;&#10;AI 產生的內容可能不正確。">
            <a:extLst>
              <a:ext uri="{FF2B5EF4-FFF2-40B4-BE49-F238E27FC236}">
                <a16:creationId xmlns:a16="http://schemas.microsoft.com/office/drawing/2014/main" id="{3621925E-BE0A-3962-E227-41CF25735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5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寬螢幕</PresentationFormat>
  <Paragraphs>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育軒 劉</dc:creator>
  <cp:lastModifiedBy>育軒 劉</cp:lastModifiedBy>
  <cp:revision>2</cp:revision>
  <dcterms:created xsi:type="dcterms:W3CDTF">2025-10-13T20:31:26Z</dcterms:created>
  <dcterms:modified xsi:type="dcterms:W3CDTF">2025-10-27T06:52:22Z</dcterms:modified>
</cp:coreProperties>
</file>